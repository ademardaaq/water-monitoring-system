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FFEFC-68DE-5D66-E0B6-B7A7EDEA1A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7B151A-C7E7-8380-33F4-290693977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D15BC-07DF-C2ED-465E-932C073F3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AE4D-7B94-4092-92D7-C6919E6FAFC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455D1-3A61-196E-5359-E50BA8F6E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065C9-0289-F6E8-9FBB-71E1C036A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CFC6-0DB9-49F4-BDF7-19CCB4B83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604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E3636-EE4C-1E13-4537-B047B7035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0F653-35BC-3E44-2940-1C20E42E5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49756-8570-6BAB-5528-E9ECD41CD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AE4D-7B94-4092-92D7-C6919E6FAFC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255D6-AFAE-385B-D9AF-43A54DCD3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791B6-8023-35D7-5AEC-E0F2C87AE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CFC6-0DB9-49F4-BDF7-19CCB4B83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09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7BC5F-7169-B2C8-25A8-C8BA1C8BA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C1898-BD6B-A92A-3347-87F2F106A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CEB62-51B0-CA83-77D4-3869DB9CB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AE4D-7B94-4092-92D7-C6919E6FAFC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0F5E3-4C9F-A4A4-49E0-07A5DB771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33287-778D-5A1D-E6A5-0EC15EFF6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CFC6-0DB9-49F4-BDF7-19CCB4B83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551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D3BEA-B340-D59C-6B72-10F4CE92D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C559C-0F5D-E869-A661-74BC8A5158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AFBD79-9E28-55BB-DB32-D8C1605156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8C87E-A2A6-DEE8-1D72-ABAEACBC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AE4D-7B94-4092-92D7-C6919E6FAFC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384C7-B5C2-E75C-84CD-BA5ABAE85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346BD-EFC1-CFD2-B156-FE81639D6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CFC6-0DB9-49F4-BDF7-19CCB4B83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518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4D615-29A7-108D-07E4-921C9A7ED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84B0A-022D-036E-29B3-1E20E495E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A2827-915C-09AD-DF55-41E09E217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6CF291-0ABE-91F9-B0A9-526A4D5752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DC6819-D2BB-CB2F-5610-F099C21070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CBB6AB-6304-F925-AC4F-B840DBEFA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AE4D-7B94-4092-92D7-C6919E6FAFC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6E2D4E-FA09-77FD-0BC2-64F1E4653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A7AEFD-9C77-3532-B233-B8DF617A4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CFC6-0DB9-49F4-BDF7-19CCB4B83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806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BA117-836A-38C4-EDF6-8572373DB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3CCF4C-4956-7AE7-F2FD-7E78EE93F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AE4D-7B94-4092-92D7-C6919E6FAFC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3902B5-C303-DBB6-7593-173C650D1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B8E35-DA70-F27B-5F94-DB645F129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CFC6-0DB9-49F4-BDF7-19CCB4B83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945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427F82-A184-57A9-85DC-095B6B64A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AE4D-7B94-4092-92D7-C6919E6FAFC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BE1F92-58F7-AD78-5BA1-217884F83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6B39E-801D-37DB-3701-BF9167F6C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CFC6-0DB9-49F4-BDF7-19CCB4B83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564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3929B-41A5-273F-42C7-8F12EA458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7A8D8-FEFA-D379-6E43-E1940E573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FDDFD-B2F0-BF15-19FE-D9657A6CFD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D243C-53EB-6075-F9DA-B825C8525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AE4D-7B94-4092-92D7-C6919E6FAFC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3D6B7-8CB2-940A-599F-B014A64F6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5F6E46-539B-A73E-E289-029304319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CFC6-0DB9-49F4-BDF7-19CCB4B83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654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114B1-FC1A-5601-8F40-278FF0883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5C6A54-FDE7-C674-3B7B-CD2488DE15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EE487-98D8-26ED-E527-F15A4F346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C0DA5-A0ED-C397-252B-B84B85771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AE4D-7B94-4092-92D7-C6919E6FAFC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823708-D826-1320-B33A-96C730481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7CF73-D813-79A0-7C17-EDE1638DA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CFC6-0DB9-49F4-BDF7-19CCB4B83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45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51CAC-C119-629E-89AA-3BE6412D6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8D17B0-9E3A-C4BD-56F6-98EDCBFEF0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78080-3D67-FA5B-A49D-08D012A7F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AE4D-7B94-4092-92D7-C6919E6FAFC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0C9B1-4864-0789-32A9-FB9603838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97B16-0423-2800-16CB-D1B0177C8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CFC6-0DB9-49F4-BDF7-19CCB4B83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769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55B2B0-6D77-B2E2-047D-E692E241EB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16395B-3554-8EDE-2967-EBC1A60D3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E8DA8-658F-D229-1899-061A588E8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FAE4D-7B94-4092-92D7-C6919E6FAFC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C78BB-03F0-109B-51DE-7D852DA2E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F824E-ACC0-783C-1BA9-4E4A52096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CFC6-0DB9-49F4-BDF7-19CCB4B83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095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504E44-D48F-2D36-3BF1-2A6DA2D21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18E6D-A946-1F5C-4D04-46E8A51FB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12710-28C9-8339-D1AA-0A9DBD3FCE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CFAE4D-7B94-4092-92D7-C6919E6FAFC0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B194B-90AA-AD87-27BA-210E24C1FA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D63DF-C0A4-738F-DF88-A98B5947E1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0CFC6-0DB9-49F4-BDF7-19CCB4B83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470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9E0CB-2BC5-7177-AB1A-5E6907CE35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0298C0-DBF6-47AA-17ED-489C6BDDD1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B8AE25-D2A5-F433-53B8-17E7D05D2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389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B078A-9BC4-8DC1-FF09-53224C254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FAD435-61C4-7E86-C048-6FBFF60F85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350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A3BDA-9C4D-C2B2-B886-623A294F1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152917-87B0-08CE-CD4E-570AD64508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919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E34C0-35EA-C8CE-1A82-9A0B3E824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C218DA-DE42-5EC3-7220-9B9F023AD8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483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F2981-2C26-75A4-76ED-8DB9FB16F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72189B-438A-0751-D82F-1ADC60842C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835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E2513-FE04-68E7-633B-2865FD704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BE7EB8-6B0B-AF5F-0DB6-CC740B0C3A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148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gopi82600@gmail.com</dc:creator>
  <cp:lastModifiedBy>gopi82600@gmail.com</cp:lastModifiedBy>
  <cp:revision>1</cp:revision>
  <dcterms:created xsi:type="dcterms:W3CDTF">2026-02-15T06:23:19Z</dcterms:created>
  <dcterms:modified xsi:type="dcterms:W3CDTF">2026-02-15T07:01:17Z</dcterms:modified>
</cp:coreProperties>
</file>